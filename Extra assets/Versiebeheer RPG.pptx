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7649C-04A8-48C5-8361-8AE692AD9DBB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CDBD3-8981-44B0-9582-FAF5E61624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1712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26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Kies bos ga naar dia 11</a:t>
            </a:r>
            <a:br>
              <a:rPr lang="nl-NL" dirty="0"/>
            </a:br>
            <a:r>
              <a:rPr lang="nl-NL" dirty="0"/>
              <a:t>Kies bergen ga naar Dia 5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9463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Kies hond dood</a:t>
            </a:r>
          </a:p>
          <a:p>
            <a:r>
              <a:rPr lang="nl-NL" dirty="0"/>
              <a:t>Kies dino, ga naar dia 7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5462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Kies duivel dood</a:t>
            </a:r>
          </a:p>
          <a:p>
            <a:r>
              <a:rPr lang="nl-NL" dirty="0"/>
              <a:t>Kies appel ga naar dia 12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8495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Links ga naar 8</a:t>
            </a:r>
          </a:p>
          <a:p>
            <a:r>
              <a:rPr lang="nl-NL" dirty="0"/>
              <a:t>Rechts ga naar  13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3005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Vuur -&gt; ga naar 3</a:t>
            </a:r>
          </a:p>
          <a:p>
            <a:r>
              <a:rPr lang="nl-NL" dirty="0"/>
              <a:t>Boom -&gt; dood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2873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2227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Brute kracht -&gt;6</a:t>
            </a:r>
          </a:p>
          <a:p>
            <a:r>
              <a:rPr lang="nl-NL" dirty="0"/>
              <a:t>Onderzoeken -&gt; 10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604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Vliegtuig -&gt; dood</a:t>
            </a:r>
          </a:p>
          <a:p>
            <a:r>
              <a:rPr lang="nl-NL" dirty="0"/>
              <a:t>Paard-&gt; 5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7108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Dood eind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DBD3-8981-44B0-9582-FAF5E6162467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6479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183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74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067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971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029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517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9998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1070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517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5591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988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C49B8D8-C195-4B93-BEEA-C9A1E1BA3DD9}" type="datetimeFigureOut">
              <a:rPr lang="nl-NL" smtClean="0"/>
              <a:t>13-11-2025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034C14E-96EB-412F-949F-909A3EFF6E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187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" Target="slide11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slide" Target="slide7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slide" Target="slide2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8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9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slide" Target="slide3.xml"/><Relationship Id="rId10" Type="http://schemas.openxmlformats.org/officeDocument/2006/relationships/image" Target="../media/image24.svg"/><Relationship Id="rId4" Type="http://schemas.openxmlformats.org/officeDocument/2006/relationships/image" Target="../media/image20.sv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slide" Target="slide8.xm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image" Target="../media/image30.svg"/><Relationship Id="rId10" Type="http://schemas.openxmlformats.org/officeDocument/2006/relationships/image" Target="../media/image34.sv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6.xml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10" Type="http://schemas.openxmlformats.org/officeDocument/2006/relationships/image" Target="../media/image40.sv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slide" Target="slide5.xml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D1C8A7-7338-1601-3425-75734FBCD0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Versiebeheer RPG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B1BDE6E-2D55-754B-B345-64F571478F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NL" sz="5400" dirty="0">
                <a:hlinkClick r:id="rId3" action="ppaction://hlinksldjump"/>
              </a:rPr>
              <a:t>Start</a:t>
            </a:r>
            <a:endParaRPr lang="nl-NL" sz="5400" dirty="0"/>
          </a:p>
        </p:txBody>
      </p:sp>
    </p:spTree>
    <p:extLst>
      <p:ext uri="{BB962C8B-B14F-4D97-AF65-F5344CB8AC3E}">
        <p14:creationId xmlns:p14="http://schemas.microsoft.com/office/powerpoint/2010/main" val="226904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Schedel met effen opvulling">
            <a:hlinkClick r:id="rId2" action="ppaction://hlinksldjump"/>
            <a:extLst>
              <a:ext uri="{FF2B5EF4-FFF2-40B4-BE49-F238E27FC236}">
                <a16:creationId xmlns:a16="http://schemas.microsoft.com/office/drawing/2014/main" id="{FB149539-0945-5036-D5CD-EA3B04457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6499" y="1610429"/>
            <a:ext cx="3177898" cy="317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8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Ruit met effen opvulling">
            <a:hlinkClick r:id="rId2" action="ppaction://hlinksldjump"/>
            <a:extLst>
              <a:ext uri="{FF2B5EF4-FFF2-40B4-BE49-F238E27FC236}">
                <a16:creationId xmlns:a16="http://schemas.microsoft.com/office/drawing/2014/main" id="{7AE1F358-14BF-2497-8A42-CB3201D4D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345" y="1892726"/>
            <a:ext cx="2963106" cy="296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6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Scène in het bos met effen opvulling">
            <a:hlinkClick r:id="rId3" action="ppaction://hlinksldjump"/>
            <a:extLst>
              <a:ext uri="{FF2B5EF4-FFF2-40B4-BE49-F238E27FC236}">
                <a16:creationId xmlns:a16="http://schemas.microsoft.com/office/drawing/2014/main" id="{E0CC2385-E0BD-2640-7538-FA734EF38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912" y="941505"/>
            <a:ext cx="3650440" cy="3650440"/>
          </a:xfrm>
          <a:prstGeom prst="rect">
            <a:avLst/>
          </a:prstGeom>
        </p:spPr>
      </p:pic>
      <p:pic>
        <p:nvPicPr>
          <p:cNvPr id="5" name="Graphic 4" descr="Bergen met effen opvulling">
            <a:hlinkClick r:id="rId6" action="ppaction://hlinksldjump"/>
            <a:extLst>
              <a:ext uri="{FF2B5EF4-FFF2-40B4-BE49-F238E27FC236}">
                <a16:creationId xmlns:a16="http://schemas.microsoft.com/office/drawing/2014/main" id="{1A6C8F5A-3D27-C07E-410E-B6E3D3DA1B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7937" y="1634975"/>
            <a:ext cx="3258701" cy="325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7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rontosaurus met effen opvulling">
            <a:hlinkClick r:id="rId3" action="ppaction://hlinksldjump"/>
            <a:extLst>
              <a:ext uri="{FF2B5EF4-FFF2-40B4-BE49-F238E27FC236}">
                <a16:creationId xmlns:a16="http://schemas.microsoft.com/office/drawing/2014/main" id="{71366A87-0188-7DD6-9603-40FDA41DC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8772" y="1988360"/>
            <a:ext cx="2468573" cy="2468573"/>
          </a:xfrm>
          <a:prstGeom prst="rect">
            <a:avLst/>
          </a:prstGeom>
        </p:spPr>
      </p:pic>
      <p:pic>
        <p:nvPicPr>
          <p:cNvPr id="5" name="Graphic 4" descr="Hond met effen opvulling">
            <a:hlinkClick r:id="rId6" action="ppaction://hlinksldjump"/>
            <a:extLst>
              <a:ext uri="{FF2B5EF4-FFF2-40B4-BE49-F238E27FC236}">
                <a16:creationId xmlns:a16="http://schemas.microsoft.com/office/drawing/2014/main" id="{0E74EDDE-A89A-31C8-86EE-29914B1310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0255" y="2074790"/>
            <a:ext cx="2279350" cy="227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7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Duivelgezicht met effen opvulling met effen opvulling">
            <a:hlinkClick r:id="rId3" action="ppaction://hlinksldjump"/>
            <a:extLst>
              <a:ext uri="{FF2B5EF4-FFF2-40B4-BE49-F238E27FC236}">
                <a16:creationId xmlns:a16="http://schemas.microsoft.com/office/drawing/2014/main" id="{221F0149-3F85-2272-0AEE-0B1CD29CFB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829" y="2241507"/>
            <a:ext cx="2345322" cy="2345322"/>
          </a:xfrm>
          <a:prstGeom prst="rect">
            <a:avLst/>
          </a:prstGeom>
        </p:spPr>
      </p:pic>
      <p:pic>
        <p:nvPicPr>
          <p:cNvPr id="5" name="Graphic 4" descr="Appel met effen opvulling">
            <a:hlinkClick r:id="rId6" action="ppaction://hlinksldjump"/>
            <a:extLst>
              <a:ext uri="{FF2B5EF4-FFF2-40B4-BE49-F238E27FC236}">
                <a16:creationId xmlns:a16="http://schemas.microsoft.com/office/drawing/2014/main" id="{2320671E-F126-9BA5-7645-298919A4C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27475" y="2050241"/>
            <a:ext cx="2345323" cy="234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Robot met effen opvulling">
            <a:extLst>
              <a:ext uri="{FF2B5EF4-FFF2-40B4-BE49-F238E27FC236}">
                <a16:creationId xmlns:a16="http://schemas.microsoft.com/office/drawing/2014/main" id="{7A3DDAF7-2365-015B-6774-D462CDE40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894" y="289969"/>
            <a:ext cx="2207754" cy="2207754"/>
          </a:xfrm>
          <a:prstGeom prst="rect">
            <a:avLst/>
          </a:prstGeom>
        </p:spPr>
      </p:pic>
      <p:sp>
        <p:nvSpPr>
          <p:cNvPr id="2" name="Tekstballon: rechthoek 1">
            <a:extLst>
              <a:ext uri="{FF2B5EF4-FFF2-40B4-BE49-F238E27FC236}">
                <a16:creationId xmlns:a16="http://schemas.microsoft.com/office/drawing/2014/main" id="{296A3DBE-CAA2-8724-8150-7506D0A7A97F}"/>
              </a:ext>
            </a:extLst>
          </p:cNvPr>
          <p:cNvSpPr/>
          <p:nvPr/>
        </p:nvSpPr>
        <p:spPr>
          <a:xfrm>
            <a:off x="2953390" y="289969"/>
            <a:ext cx="2207754" cy="495556"/>
          </a:xfrm>
          <a:prstGeom prst="wedgeRectCallout">
            <a:avLst>
              <a:gd name="adj1" fmla="val 66447"/>
              <a:gd name="adj2" fmla="val 10460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1DBA605A-82E1-0ACC-7BBF-18421619F331}"/>
              </a:ext>
            </a:extLst>
          </p:cNvPr>
          <p:cNvSpPr txBox="1"/>
          <p:nvPr/>
        </p:nvSpPr>
        <p:spPr>
          <a:xfrm>
            <a:off x="2953390" y="343667"/>
            <a:ext cx="2207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Print(“Hello world”);</a:t>
            </a:r>
          </a:p>
        </p:txBody>
      </p:sp>
      <p:sp>
        <p:nvSpPr>
          <p:cNvPr id="4" name="Tekstvak 3">
            <a:hlinkClick r:id="rId5" action="ppaction://hlinksldjump"/>
            <a:extLst>
              <a:ext uri="{FF2B5EF4-FFF2-40B4-BE49-F238E27FC236}">
                <a16:creationId xmlns:a16="http://schemas.microsoft.com/office/drawing/2014/main" id="{F26F6997-1FDF-1ED9-150D-7ACF72C2A92D}"/>
              </a:ext>
            </a:extLst>
          </p:cNvPr>
          <p:cNvSpPr txBox="1"/>
          <p:nvPr/>
        </p:nvSpPr>
        <p:spPr>
          <a:xfrm>
            <a:off x="1540365" y="4657917"/>
            <a:ext cx="1466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Hello world</a:t>
            </a:r>
          </a:p>
        </p:txBody>
      </p:sp>
      <p:sp>
        <p:nvSpPr>
          <p:cNvPr id="5" name="Tekstvak 4">
            <a:hlinkClick r:id="rId6" action="ppaction://hlinksldjump"/>
            <a:extLst>
              <a:ext uri="{FF2B5EF4-FFF2-40B4-BE49-F238E27FC236}">
                <a16:creationId xmlns:a16="http://schemas.microsoft.com/office/drawing/2014/main" id="{67F5DD99-55B8-F19E-1CF8-4D7B6386C316}"/>
              </a:ext>
            </a:extLst>
          </p:cNvPr>
          <p:cNvSpPr txBox="1"/>
          <p:nvPr/>
        </p:nvSpPr>
        <p:spPr>
          <a:xfrm>
            <a:off x="7325428" y="4519417"/>
            <a:ext cx="1530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While true:</a:t>
            </a:r>
          </a:p>
          <a:p>
            <a:r>
              <a:rPr lang="nl-NL" dirty="0"/>
              <a:t>	Sleep(1);</a:t>
            </a:r>
          </a:p>
        </p:txBody>
      </p:sp>
    </p:spTree>
    <p:extLst>
      <p:ext uri="{BB962C8B-B14F-4D97-AF65-F5344CB8AC3E}">
        <p14:creationId xmlns:p14="http://schemas.microsoft.com/office/powerpoint/2010/main" val="790372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ank met effen opvulling">
            <a:extLst>
              <a:ext uri="{FF2B5EF4-FFF2-40B4-BE49-F238E27FC236}">
                <a16:creationId xmlns:a16="http://schemas.microsoft.com/office/drawing/2014/main" id="{48EBBBF4-3539-F8EE-75DC-DCEC5575F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6988" y="254170"/>
            <a:ext cx="2625576" cy="2625576"/>
          </a:xfrm>
          <a:prstGeom prst="rect">
            <a:avLst/>
          </a:prstGeom>
        </p:spPr>
      </p:pic>
      <p:pic>
        <p:nvPicPr>
          <p:cNvPr id="5" name="Graphic 4" descr="Vuur met effen opvulling">
            <a:hlinkClick r:id="rId5" action="ppaction://hlinksldjump"/>
            <a:extLst>
              <a:ext uri="{FF2B5EF4-FFF2-40B4-BE49-F238E27FC236}">
                <a16:creationId xmlns:a16="http://schemas.microsoft.com/office/drawing/2014/main" id="{9695E5B2-EEF4-83F2-736C-72046D6FF8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789" y="3817671"/>
            <a:ext cx="1878918" cy="1878918"/>
          </a:xfrm>
          <a:prstGeom prst="rect">
            <a:avLst/>
          </a:prstGeom>
        </p:spPr>
      </p:pic>
      <p:pic>
        <p:nvPicPr>
          <p:cNvPr id="7" name="Graphic 6" descr="Naaldboom met effen opvulling">
            <a:hlinkClick r:id="rId8" action="ppaction://hlinksldjump"/>
            <a:extLst>
              <a:ext uri="{FF2B5EF4-FFF2-40B4-BE49-F238E27FC236}">
                <a16:creationId xmlns:a16="http://schemas.microsoft.com/office/drawing/2014/main" id="{7A2B2940-D8B2-1092-4EE0-38E4DE9316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31291" y="3746742"/>
            <a:ext cx="2158502" cy="2158502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449B9896-31AC-224C-266A-6D1353EF3C4F}"/>
              </a:ext>
            </a:extLst>
          </p:cNvPr>
          <p:cNvSpPr txBox="1"/>
          <p:nvPr/>
        </p:nvSpPr>
        <p:spPr>
          <a:xfrm>
            <a:off x="1969949" y="2879746"/>
            <a:ext cx="7401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Ik heb geen benen om te dansen, geen longen om te ademen, geen leven om te leven of te sterven, en toch doe ik </a:t>
            </a:r>
            <a:r>
              <a:rPr lang="nl-NL" dirty="0" err="1"/>
              <a:t>alledrie</a:t>
            </a:r>
            <a:r>
              <a:rPr lang="nl-NL" dirty="0"/>
              <a:t>. Wat ben ik?</a:t>
            </a:r>
          </a:p>
        </p:txBody>
      </p:sp>
    </p:spTree>
    <p:extLst>
      <p:ext uri="{BB962C8B-B14F-4D97-AF65-F5344CB8AC3E}">
        <p14:creationId xmlns:p14="http://schemas.microsoft.com/office/powerpoint/2010/main" val="1563391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Kroon met effen opvulling">
            <a:hlinkClick r:id="rId2" action="ppaction://hlinksldjump"/>
            <a:extLst>
              <a:ext uri="{FF2B5EF4-FFF2-40B4-BE49-F238E27FC236}">
                <a16:creationId xmlns:a16="http://schemas.microsoft.com/office/drawing/2014/main" id="{115F8082-4FFB-3C22-1810-58E009CA7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965" y="2720186"/>
            <a:ext cx="2336630" cy="2336630"/>
          </a:xfrm>
          <a:prstGeom prst="rect">
            <a:avLst/>
          </a:prstGeom>
        </p:spPr>
      </p:pic>
      <p:pic>
        <p:nvPicPr>
          <p:cNvPr id="6" name="Graphic 5" descr="Dollar met effen opvulling">
            <a:hlinkClick r:id="rId2" action="ppaction://hlinksldjump"/>
            <a:extLst>
              <a:ext uri="{FF2B5EF4-FFF2-40B4-BE49-F238E27FC236}">
                <a16:creationId xmlns:a16="http://schemas.microsoft.com/office/drawing/2014/main" id="{1E6FEE44-AD2F-65B9-9008-65000A3A2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99506" y="2821091"/>
            <a:ext cx="2336630" cy="233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27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Chatten met effen opvulling">
            <a:hlinkClick r:id="rId3" action="ppaction://hlinksldjump"/>
            <a:extLst>
              <a:ext uri="{FF2B5EF4-FFF2-40B4-BE49-F238E27FC236}">
                <a16:creationId xmlns:a16="http://schemas.microsoft.com/office/drawing/2014/main" id="{F899E85E-5DAE-55CF-684D-BE51500374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081" y="3369165"/>
            <a:ext cx="3166647" cy="3166647"/>
          </a:xfrm>
          <a:prstGeom prst="rect">
            <a:avLst/>
          </a:prstGeom>
        </p:spPr>
      </p:pic>
      <p:pic>
        <p:nvPicPr>
          <p:cNvPr id="5" name="Graphic 4" descr="Waarschuwing met effen opvulling">
            <a:hlinkClick r:id="rId6" action="ppaction://hlinksldjump"/>
            <a:extLst>
              <a:ext uri="{FF2B5EF4-FFF2-40B4-BE49-F238E27FC236}">
                <a16:creationId xmlns:a16="http://schemas.microsoft.com/office/drawing/2014/main" id="{41AF54F1-16B3-4247-B9D4-5802C12EE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1558" y="3568771"/>
            <a:ext cx="2575813" cy="2575813"/>
          </a:xfrm>
          <a:prstGeom prst="rect">
            <a:avLst/>
          </a:prstGeom>
        </p:spPr>
      </p:pic>
      <p:pic>
        <p:nvPicPr>
          <p:cNvPr id="7" name="Graphic 6" descr="Man met wandelstok met effen opvulling">
            <a:extLst>
              <a:ext uri="{FF2B5EF4-FFF2-40B4-BE49-F238E27FC236}">
                <a16:creationId xmlns:a16="http://schemas.microsoft.com/office/drawing/2014/main" id="{D037AF16-DE41-C3C0-54F6-C5766ED7F3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853" y="474077"/>
            <a:ext cx="2044614" cy="204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19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odybuilder met effen opvulling">
            <a:hlinkClick r:id="rId3" action="ppaction://hlinksldjump"/>
            <a:extLst>
              <a:ext uri="{FF2B5EF4-FFF2-40B4-BE49-F238E27FC236}">
                <a16:creationId xmlns:a16="http://schemas.microsoft.com/office/drawing/2014/main" id="{8D1D5B7A-D333-B641-A70E-61DAB0E209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377" y="3449457"/>
            <a:ext cx="2376008" cy="2376008"/>
          </a:xfrm>
          <a:prstGeom prst="rect">
            <a:avLst/>
          </a:prstGeom>
        </p:spPr>
      </p:pic>
      <p:pic>
        <p:nvPicPr>
          <p:cNvPr id="7" name="Graphic 6" descr="Introductiepagina met effen opvulling">
            <a:extLst>
              <a:ext uri="{FF2B5EF4-FFF2-40B4-BE49-F238E27FC236}">
                <a16:creationId xmlns:a16="http://schemas.microsoft.com/office/drawing/2014/main" id="{A501F93B-58CB-4833-B6BD-81003F4E80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9294" y="264713"/>
            <a:ext cx="1659012" cy="1659012"/>
          </a:xfrm>
          <a:prstGeom prst="rect">
            <a:avLst/>
          </a:prstGeom>
        </p:spPr>
      </p:pic>
      <p:pic>
        <p:nvPicPr>
          <p:cNvPr id="9" name="Graphic 8" descr="Vergrootglas met effen opvulling">
            <a:hlinkClick r:id="rId8" action="ppaction://hlinksldjump"/>
            <a:extLst>
              <a:ext uri="{FF2B5EF4-FFF2-40B4-BE49-F238E27FC236}">
                <a16:creationId xmlns:a16="http://schemas.microsoft.com/office/drawing/2014/main" id="{455DFBDF-0E35-C600-6B0A-1640167AF8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00019" y="3665271"/>
            <a:ext cx="2178604" cy="217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26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Paard met effen opvulling">
            <a:hlinkClick r:id="rId3" action="ppaction://hlinksldjump"/>
            <a:extLst>
              <a:ext uri="{FF2B5EF4-FFF2-40B4-BE49-F238E27FC236}">
                <a16:creationId xmlns:a16="http://schemas.microsoft.com/office/drawing/2014/main" id="{BEE9D08D-9329-352B-2192-B1F9E61A65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22048" y="2537770"/>
            <a:ext cx="2520581" cy="2520581"/>
          </a:xfrm>
          <a:prstGeom prst="rect">
            <a:avLst/>
          </a:prstGeom>
        </p:spPr>
      </p:pic>
      <p:pic>
        <p:nvPicPr>
          <p:cNvPr id="5" name="Graphic 4" descr="Vliegtuig met effen opvulling">
            <a:hlinkClick r:id="rId6" action="ppaction://hlinksldjump"/>
            <a:extLst>
              <a:ext uri="{FF2B5EF4-FFF2-40B4-BE49-F238E27FC236}">
                <a16:creationId xmlns:a16="http://schemas.microsoft.com/office/drawing/2014/main" id="{2D90C6AA-0D42-DF0D-B648-31FF8711D6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501" y="2654371"/>
            <a:ext cx="2520581" cy="252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74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hlinkClick r:id="rId3" action="ppaction://hlinksldjump"/>
            <a:extLst>
              <a:ext uri="{FF2B5EF4-FFF2-40B4-BE49-F238E27FC236}">
                <a16:creationId xmlns:a16="http://schemas.microsoft.com/office/drawing/2014/main" id="{D808CACD-50B7-8100-684C-0DE6B68490C0}"/>
              </a:ext>
            </a:extLst>
          </p:cNvPr>
          <p:cNvSpPr/>
          <p:nvPr/>
        </p:nvSpPr>
        <p:spPr>
          <a:xfrm>
            <a:off x="312983" y="276161"/>
            <a:ext cx="11752187" cy="64314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006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45933DAF-09C0-4E65-4B99-A95D8E6FEC70}"/>
              </a:ext>
            </a:extLst>
          </p:cNvPr>
          <p:cNvSpPr/>
          <p:nvPr/>
        </p:nvSpPr>
        <p:spPr>
          <a:xfrm>
            <a:off x="0" y="-49095"/>
            <a:ext cx="12310647" cy="70083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3742CF9-A74D-3153-104B-18BB76FF4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000" y="87148"/>
            <a:ext cx="1440000" cy="813413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75C73ED-AC0C-6876-E9D5-49B4F599A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000" y="4763588"/>
            <a:ext cx="1440000" cy="81444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F721CDBA-E36F-23B1-03AD-2221C991D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807" y="4779243"/>
            <a:ext cx="1440000" cy="812695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DFD1F939-9449-B004-0B19-A031773FF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000" y="1224739"/>
            <a:ext cx="1440000" cy="815162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F2DD59B-F677-FFD3-2B95-B2391FCE10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0887" y="1245561"/>
            <a:ext cx="1440000" cy="817609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28FE5867-2863-95CF-1100-96CAA5158F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441" y="2210561"/>
            <a:ext cx="1440000" cy="815664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C78A2CE9-39EC-D0E3-B7FD-E2EE9EB4B7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0887" y="2368623"/>
            <a:ext cx="1440000" cy="813134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CF040380-AB51-3DD1-CBD3-9BC39655B4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500" y="3518460"/>
            <a:ext cx="1440000" cy="820607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E4281992-1B68-7AAE-0A27-EE3E3C8CD8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9204" y="3506961"/>
            <a:ext cx="1440000" cy="817026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159A3DC0-80B1-1DA2-2829-48BAD97836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6170" y="2322046"/>
            <a:ext cx="1440000" cy="818655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6EA86F16-5752-FBF2-E340-62776A0688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97871" y="1214067"/>
            <a:ext cx="1440000" cy="819681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6BDAFB8E-B72C-919D-2C07-A8001DAB3B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3441" y="3506961"/>
            <a:ext cx="1440000" cy="822550"/>
          </a:xfrm>
          <a:prstGeom prst="rect">
            <a:avLst/>
          </a:prstGeom>
        </p:spPr>
      </p:pic>
      <p:pic>
        <p:nvPicPr>
          <p:cNvPr id="28" name="Afbeelding 27">
            <a:extLst>
              <a:ext uri="{FF2B5EF4-FFF2-40B4-BE49-F238E27FC236}">
                <a16:creationId xmlns:a16="http://schemas.microsoft.com/office/drawing/2014/main" id="{AB182E5E-21E9-415F-7B27-6E81E940C37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52000" y="3766548"/>
            <a:ext cx="1440000" cy="819471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BF5DAF45-FDC2-2EEC-B08C-ED420492B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27" y="4763587"/>
            <a:ext cx="1440000" cy="814443"/>
          </a:xfrm>
          <a:prstGeom prst="rect">
            <a:avLst/>
          </a:prstGeom>
        </p:spPr>
      </p:pic>
      <p:pic>
        <p:nvPicPr>
          <p:cNvPr id="30" name="Afbeelding 29">
            <a:extLst>
              <a:ext uri="{FF2B5EF4-FFF2-40B4-BE49-F238E27FC236}">
                <a16:creationId xmlns:a16="http://schemas.microsoft.com/office/drawing/2014/main" id="{FA92AF5E-A76A-78AF-778A-BA015D8CA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79" y="4697399"/>
            <a:ext cx="1440000" cy="814443"/>
          </a:xfrm>
          <a:prstGeom prst="rect">
            <a:avLst/>
          </a:prstGeom>
        </p:spPr>
      </p:pic>
      <p:pic>
        <p:nvPicPr>
          <p:cNvPr id="31" name="Afbeelding 30">
            <a:extLst>
              <a:ext uri="{FF2B5EF4-FFF2-40B4-BE49-F238E27FC236}">
                <a16:creationId xmlns:a16="http://schemas.microsoft.com/office/drawing/2014/main" id="{5C2CACAF-254F-D1D7-F695-9A2F1A9AB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" y="3584578"/>
            <a:ext cx="1440000" cy="814443"/>
          </a:xfrm>
          <a:prstGeom prst="rect">
            <a:avLst/>
          </a:prstGeom>
        </p:spPr>
      </p:pic>
      <p:pic>
        <p:nvPicPr>
          <p:cNvPr id="32" name="Afbeelding 31">
            <a:extLst>
              <a:ext uri="{FF2B5EF4-FFF2-40B4-BE49-F238E27FC236}">
                <a16:creationId xmlns:a16="http://schemas.microsoft.com/office/drawing/2014/main" id="{E7B8F650-B449-271B-9C72-733058F2A6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0193" y="3717299"/>
            <a:ext cx="1440000" cy="820607"/>
          </a:xfrm>
          <a:prstGeom prst="rect">
            <a:avLst/>
          </a:prstGeom>
        </p:spPr>
      </p:pic>
      <p:pic>
        <p:nvPicPr>
          <p:cNvPr id="33" name="Afbeelding 32">
            <a:extLst>
              <a:ext uri="{FF2B5EF4-FFF2-40B4-BE49-F238E27FC236}">
                <a16:creationId xmlns:a16="http://schemas.microsoft.com/office/drawing/2014/main" id="{B495BCD0-8ABF-9A71-8D6D-DC4AE465B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407" y="4672537"/>
            <a:ext cx="1440000" cy="814443"/>
          </a:xfrm>
          <a:prstGeom prst="rect">
            <a:avLst/>
          </a:prstGeom>
        </p:spPr>
      </p:pic>
      <p:pic>
        <p:nvPicPr>
          <p:cNvPr id="35" name="Afbeelding 34">
            <a:extLst>
              <a:ext uri="{FF2B5EF4-FFF2-40B4-BE49-F238E27FC236}">
                <a16:creationId xmlns:a16="http://schemas.microsoft.com/office/drawing/2014/main" id="{2DC47596-ABC9-DB47-7088-200694AB8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125" y="4663915"/>
            <a:ext cx="1440000" cy="812695"/>
          </a:xfrm>
          <a:prstGeom prst="rect">
            <a:avLst/>
          </a:prstGeom>
        </p:spPr>
      </p:pic>
      <p:pic>
        <p:nvPicPr>
          <p:cNvPr id="36" name="Afbeelding 35">
            <a:extLst>
              <a:ext uri="{FF2B5EF4-FFF2-40B4-BE49-F238E27FC236}">
                <a16:creationId xmlns:a16="http://schemas.microsoft.com/office/drawing/2014/main" id="{9675BBE4-18CF-899F-5088-19B7E9AEE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832" y="2367313"/>
            <a:ext cx="1440000" cy="814443"/>
          </a:xfrm>
          <a:prstGeom prst="rect">
            <a:avLst/>
          </a:prstGeom>
        </p:spPr>
      </p:pic>
      <p:cxnSp>
        <p:nvCxnSpPr>
          <p:cNvPr id="38" name="Rechte verbindingslijn met pijl 37">
            <a:extLst>
              <a:ext uri="{FF2B5EF4-FFF2-40B4-BE49-F238E27FC236}">
                <a16:creationId xmlns:a16="http://schemas.microsoft.com/office/drawing/2014/main" id="{205A6E52-8B6A-AB2D-DEC4-317C8FBB69D0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8235832" y="2033748"/>
            <a:ext cx="61274" cy="333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met pijl 40">
            <a:extLst>
              <a:ext uri="{FF2B5EF4-FFF2-40B4-BE49-F238E27FC236}">
                <a16:creationId xmlns:a16="http://schemas.microsoft.com/office/drawing/2014/main" id="{CFF334AE-2D02-A54B-28AC-1E6F49E02E9D}"/>
              </a:ext>
            </a:extLst>
          </p:cNvPr>
          <p:cNvCxnSpPr>
            <a:cxnSpLocks/>
            <a:stCxn id="12" idx="3"/>
            <a:endCxn id="16" idx="0"/>
          </p:cNvCxnSpPr>
          <p:nvPr/>
        </p:nvCxnSpPr>
        <p:spPr>
          <a:xfrm>
            <a:off x="9560887" y="1654366"/>
            <a:ext cx="720000" cy="714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echte verbindingslijn met pijl 43">
            <a:extLst>
              <a:ext uri="{FF2B5EF4-FFF2-40B4-BE49-F238E27FC236}">
                <a16:creationId xmlns:a16="http://schemas.microsoft.com/office/drawing/2014/main" id="{F5B90997-8957-9233-FF2C-58A6AF46A8F9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6816000" y="1632320"/>
            <a:ext cx="1304887" cy="22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met pijl 47">
            <a:extLst>
              <a:ext uri="{FF2B5EF4-FFF2-40B4-BE49-F238E27FC236}">
                <a16:creationId xmlns:a16="http://schemas.microsoft.com/office/drawing/2014/main" id="{AC4F78C2-4142-4D97-6886-C4F3F3EA3976}"/>
              </a:ext>
            </a:extLst>
          </p:cNvPr>
          <p:cNvCxnSpPr>
            <a:stCxn id="4" idx="2"/>
            <a:endCxn id="10" idx="0"/>
          </p:cNvCxnSpPr>
          <p:nvPr/>
        </p:nvCxnSpPr>
        <p:spPr>
          <a:xfrm>
            <a:off x="6096000" y="900561"/>
            <a:ext cx="0" cy="324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met pijl 49">
            <a:extLst>
              <a:ext uri="{FF2B5EF4-FFF2-40B4-BE49-F238E27FC236}">
                <a16:creationId xmlns:a16="http://schemas.microsoft.com/office/drawing/2014/main" id="{B24EFC83-57F0-95CE-B209-75BC5003A55B}"/>
              </a:ext>
            </a:extLst>
          </p:cNvPr>
          <p:cNvCxnSpPr>
            <a:stCxn id="10" idx="1"/>
            <a:endCxn id="24" idx="3"/>
          </p:cNvCxnSpPr>
          <p:nvPr/>
        </p:nvCxnSpPr>
        <p:spPr>
          <a:xfrm flipH="1" flipV="1">
            <a:off x="3237871" y="1623908"/>
            <a:ext cx="2138129" cy="8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met pijl 50">
            <a:extLst>
              <a:ext uri="{FF2B5EF4-FFF2-40B4-BE49-F238E27FC236}">
                <a16:creationId xmlns:a16="http://schemas.microsoft.com/office/drawing/2014/main" id="{FC062EC5-A569-1261-1484-C7CB4F454834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10865774" y="3181756"/>
            <a:ext cx="606226" cy="584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met pijl 53">
            <a:extLst>
              <a:ext uri="{FF2B5EF4-FFF2-40B4-BE49-F238E27FC236}">
                <a16:creationId xmlns:a16="http://schemas.microsoft.com/office/drawing/2014/main" id="{B97CDC83-F7D8-0D4C-D618-B3E1F1075F03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9210193" y="3181756"/>
            <a:ext cx="658628" cy="535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chte verbindingslijn met pijl 56">
            <a:extLst>
              <a:ext uri="{FF2B5EF4-FFF2-40B4-BE49-F238E27FC236}">
                <a16:creationId xmlns:a16="http://schemas.microsoft.com/office/drawing/2014/main" id="{1983CDEE-117E-FF73-CBDC-E1D11C646D8F}"/>
              </a:ext>
            </a:extLst>
          </p:cNvPr>
          <p:cNvCxnSpPr>
            <a:cxnSpLocks/>
          </p:cNvCxnSpPr>
          <p:nvPr/>
        </p:nvCxnSpPr>
        <p:spPr>
          <a:xfrm flipH="1">
            <a:off x="8263296" y="4537906"/>
            <a:ext cx="478084" cy="252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met pijl 58">
            <a:extLst>
              <a:ext uri="{FF2B5EF4-FFF2-40B4-BE49-F238E27FC236}">
                <a16:creationId xmlns:a16="http://schemas.microsoft.com/office/drawing/2014/main" id="{0EE5D491-3974-9977-BAE2-DD14BEB399CF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592011" y="4532565"/>
            <a:ext cx="358216" cy="231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Rechte verbindingslijn met pijl 61">
            <a:extLst>
              <a:ext uri="{FF2B5EF4-FFF2-40B4-BE49-F238E27FC236}">
                <a16:creationId xmlns:a16="http://schemas.microsoft.com/office/drawing/2014/main" id="{2ED2BFE3-0260-96DA-CC56-25E1E472B2DA}"/>
              </a:ext>
            </a:extLst>
          </p:cNvPr>
          <p:cNvCxnSpPr>
            <a:cxnSpLocks/>
            <a:stCxn id="28" idx="2"/>
            <a:endCxn id="6" idx="0"/>
          </p:cNvCxnSpPr>
          <p:nvPr/>
        </p:nvCxnSpPr>
        <p:spPr>
          <a:xfrm>
            <a:off x="11472000" y="4586019"/>
            <a:ext cx="0" cy="177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Rechte verbindingslijn met pijl 64">
            <a:extLst>
              <a:ext uri="{FF2B5EF4-FFF2-40B4-BE49-F238E27FC236}">
                <a16:creationId xmlns:a16="http://schemas.microsoft.com/office/drawing/2014/main" id="{39B9B972-5F2A-FFA1-C569-BA29F3D66B55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2915034" y="2031489"/>
            <a:ext cx="1041136" cy="290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Rechte verbindingslijn met pijl 67">
            <a:extLst>
              <a:ext uri="{FF2B5EF4-FFF2-40B4-BE49-F238E27FC236}">
                <a16:creationId xmlns:a16="http://schemas.microsoft.com/office/drawing/2014/main" id="{11A2A1CE-871A-3AA2-B21C-B66DC9EAB1C8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1533441" y="2021576"/>
            <a:ext cx="501025" cy="188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Rechte verbindingslijn met pijl 70">
            <a:extLst>
              <a:ext uri="{FF2B5EF4-FFF2-40B4-BE49-F238E27FC236}">
                <a16:creationId xmlns:a16="http://schemas.microsoft.com/office/drawing/2014/main" id="{CB83D528-10F6-A3DD-59AF-394626CEFDCC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761797" y="3026225"/>
            <a:ext cx="300282" cy="558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Rechte verbindingslijn met pijl 73">
            <a:extLst>
              <a:ext uri="{FF2B5EF4-FFF2-40B4-BE49-F238E27FC236}">
                <a16:creationId xmlns:a16="http://schemas.microsoft.com/office/drawing/2014/main" id="{A8B54B5F-7D55-A393-C31A-6ADEE58F14CA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1997660" y="3026225"/>
            <a:ext cx="255781" cy="480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Rechte verbindingslijn met pijl 76">
            <a:extLst>
              <a:ext uri="{FF2B5EF4-FFF2-40B4-BE49-F238E27FC236}">
                <a16:creationId xmlns:a16="http://schemas.microsoft.com/office/drawing/2014/main" id="{D1524774-E8B5-DF29-4FB5-9F57119F3B73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444803" y="3139468"/>
            <a:ext cx="608697" cy="378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Rechte verbindingslijn met pijl 79">
            <a:extLst>
              <a:ext uri="{FF2B5EF4-FFF2-40B4-BE49-F238E27FC236}">
                <a16:creationId xmlns:a16="http://schemas.microsoft.com/office/drawing/2014/main" id="{9EC84BF3-5056-1CFA-3E1D-2D7F7E2153EE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4614031" y="3119111"/>
            <a:ext cx="1295173" cy="387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Rechte verbindingslijn met pijl 83">
            <a:extLst>
              <a:ext uri="{FF2B5EF4-FFF2-40B4-BE49-F238E27FC236}">
                <a16:creationId xmlns:a16="http://schemas.microsoft.com/office/drawing/2014/main" id="{FA4CC1F7-F15A-855D-4874-F7F9643568E2}"/>
              </a:ext>
            </a:extLst>
          </p:cNvPr>
          <p:cNvCxnSpPr>
            <a:cxnSpLocks/>
          </p:cNvCxnSpPr>
          <p:nvPr/>
        </p:nvCxnSpPr>
        <p:spPr>
          <a:xfrm>
            <a:off x="5431361" y="4323987"/>
            <a:ext cx="0" cy="348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Rechte verbindingslijn met pijl 86">
            <a:extLst>
              <a:ext uri="{FF2B5EF4-FFF2-40B4-BE49-F238E27FC236}">
                <a16:creationId xmlns:a16="http://schemas.microsoft.com/office/drawing/2014/main" id="{B4410B2C-7F5E-CE76-B25D-4EA7C781C7FB}"/>
              </a:ext>
            </a:extLst>
          </p:cNvPr>
          <p:cNvCxnSpPr>
            <a:cxnSpLocks/>
          </p:cNvCxnSpPr>
          <p:nvPr/>
        </p:nvCxnSpPr>
        <p:spPr>
          <a:xfrm flipH="1">
            <a:off x="6027408" y="4323987"/>
            <a:ext cx="324999" cy="348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Rechte verbindingslijn met pijl 89">
            <a:extLst>
              <a:ext uri="{FF2B5EF4-FFF2-40B4-BE49-F238E27FC236}">
                <a16:creationId xmlns:a16="http://schemas.microsoft.com/office/drawing/2014/main" id="{02B3B90F-6D09-CDAD-6755-4E5FBC7C064F}"/>
              </a:ext>
            </a:extLst>
          </p:cNvPr>
          <p:cNvCxnSpPr>
            <a:cxnSpLocks/>
          </p:cNvCxnSpPr>
          <p:nvPr/>
        </p:nvCxnSpPr>
        <p:spPr>
          <a:xfrm>
            <a:off x="4441519" y="4323987"/>
            <a:ext cx="459258" cy="339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Rechte verbindingslijn met pijl 92">
            <a:extLst>
              <a:ext uri="{FF2B5EF4-FFF2-40B4-BE49-F238E27FC236}">
                <a16:creationId xmlns:a16="http://schemas.microsoft.com/office/drawing/2014/main" id="{A420CC2C-34F3-378C-CE05-C6565472F065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3520472" y="4304026"/>
            <a:ext cx="495653" cy="359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Rechte verbindingslijn met pijl 95">
            <a:extLst>
              <a:ext uri="{FF2B5EF4-FFF2-40B4-BE49-F238E27FC236}">
                <a16:creationId xmlns:a16="http://schemas.microsoft.com/office/drawing/2014/main" id="{F99BBD91-C375-12C2-608B-E87C7E367B4B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1062079" y="4304026"/>
            <a:ext cx="684871" cy="393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Rechte verbindingslijn met pijl 98">
            <a:extLst>
              <a:ext uri="{FF2B5EF4-FFF2-40B4-BE49-F238E27FC236}">
                <a16:creationId xmlns:a16="http://schemas.microsoft.com/office/drawing/2014/main" id="{09567396-8303-A59E-4704-8361BB513045}"/>
              </a:ext>
            </a:extLst>
          </p:cNvPr>
          <p:cNvCxnSpPr>
            <a:cxnSpLocks/>
          </p:cNvCxnSpPr>
          <p:nvPr/>
        </p:nvCxnSpPr>
        <p:spPr>
          <a:xfrm>
            <a:off x="2709266" y="4323987"/>
            <a:ext cx="9433" cy="1506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Rechte verbindingslijn met pijl 104">
            <a:extLst>
              <a:ext uri="{FF2B5EF4-FFF2-40B4-BE49-F238E27FC236}">
                <a16:creationId xmlns:a16="http://schemas.microsoft.com/office/drawing/2014/main" id="{A0087E4C-DD3C-49D0-E0F6-AD69892A6674}"/>
              </a:ext>
            </a:extLst>
          </p:cNvPr>
          <p:cNvCxnSpPr/>
          <p:nvPr/>
        </p:nvCxnSpPr>
        <p:spPr>
          <a:xfrm>
            <a:off x="7124956" y="1908580"/>
            <a:ext cx="995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Rechte verbindingslijn met pijl 105">
            <a:extLst>
              <a:ext uri="{FF2B5EF4-FFF2-40B4-BE49-F238E27FC236}">
                <a16:creationId xmlns:a16="http://schemas.microsoft.com/office/drawing/2014/main" id="{1548F756-82C2-E0AC-CC7F-82EC5FDBEA16}"/>
              </a:ext>
            </a:extLst>
          </p:cNvPr>
          <p:cNvCxnSpPr>
            <a:cxnSpLocks/>
          </p:cNvCxnSpPr>
          <p:nvPr/>
        </p:nvCxnSpPr>
        <p:spPr>
          <a:xfrm flipH="1" flipV="1">
            <a:off x="7124956" y="1908580"/>
            <a:ext cx="67506" cy="3927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Rechte verbindingslijn met pijl 108">
            <a:extLst>
              <a:ext uri="{FF2B5EF4-FFF2-40B4-BE49-F238E27FC236}">
                <a16:creationId xmlns:a16="http://schemas.microsoft.com/office/drawing/2014/main" id="{77CEB9AA-8E16-E6A1-9F40-D14AB806F5B6}"/>
              </a:ext>
            </a:extLst>
          </p:cNvPr>
          <p:cNvCxnSpPr>
            <a:cxnSpLocks/>
          </p:cNvCxnSpPr>
          <p:nvPr/>
        </p:nvCxnSpPr>
        <p:spPr>
          <a:xfrm>
            <a:off x="2704859" y="5836204"/>
            <a:ext cx="448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345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124</Words>
  <Application>Microsoft Office PowerPoint</Application>
  <PresentationFormat>Breedbeeld</PresentationFormat>
  <Paragraphs>31</Paragraphs>
  <Slides>14</Slides>
  <Notes>10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Versiebeheer RPG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9</cp:revision>
  <dcterms:created xsi:type="dcterms:W3CDTF">2025-11-10T16:45:41Z</dcterms:created>
  <dcterms:modified xsi:type="dcterms:W3CDTF">2025-11-13T13:34:21Z</dcterms:modified>
</cp:coreProperties>
</file>